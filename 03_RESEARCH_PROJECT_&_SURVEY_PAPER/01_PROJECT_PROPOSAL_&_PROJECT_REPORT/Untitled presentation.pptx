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87D900-71EF-4134-9E9A-19FBC445FD12}">
  <a:tblStyle styleId="{7787D900-71EF-4134-9E9A-19FBC445FD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3c07549d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b3c07549d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c07549d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3c07549d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c07549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c07549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c07549d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3c07549d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3c07549d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3c07549d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114225" y="69150"/>
            <a:ext cx="8921400" cy="497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850" y="95775"/>
            <a:ext cx="778950" cy="7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23725" y="719350"/>
            <a:ext cx="90885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epartment of Scientific Computing, Modelling and Simulation Savitribai Phule Pune University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Academic Year: 2024–2025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177725" y="1844925"/>
            <a:ext cx="6024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Comparative Study on Object Detection Using CNN And YOLO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74650" y="2897367"/>
            <a:ext cx="30000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Kaveri Kale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23720" y="4263136"/>
            <a:ext cx="79569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Bhushan Zade Roll No: MS2421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Comparative Study of Object Detection using Faster R-CNN and YOLO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compare accuracy vs speed in object detection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two-stage vs one-stage detectors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Used: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 (CNN-based, two-stage)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YOLOv5 (one-stage, real-time)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 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Pascal VOC 2007 (20 classes)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Models Overview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482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 (Two-Stage)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Proposal Network (RPN)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bounding box refinement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accuracy, slow inference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5474547" y="1132275"/>
            <a:ext cx="319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 (One-Stage)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forward pass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boxes + classes together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real-time detection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Experimental Results &amp; Comparison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1414604" y="17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{7787D900-71EF-4134-9E9A-19FBC445FD12}</a:tableStyleId>
              </a:tblPr>
              <a:tblGrid>
                <a:gridCol w="1809750"/>
                <a:gridCol w="1809750"/>
                <a:gridCol w="18097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R-CNN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YOLOv5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mAP@0.5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Lower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Time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0.136 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0.045 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7.35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22.15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0356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53004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R-CNN:  Best for offline, accuracy-focused tasks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YOLO: Best for real-time applications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Insight 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clear trade-off between accuracy and speed.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YOLO provides the best balance for real-world systems.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 title="WhatsApp Image 2025-12-26 at 11.51.17 AM.jpeg"/>
          <p:cNvPicPr preferRelativeResize="0"/>
          <p:nvPr/>
        </p:nvPicPr>
        <p:blipFill rotWithShape="1">
          <a:blip r:embed="rId3">
            <a:alphaModFix/>
          </a:blip>
          <a:srcRect b="5252" l="0" r="0" t="3407"/>
          <a:stretch/>
        </p:blipFill>
        <p:spPr>
          <a:xfrm>
            <a:off x="1801279" y="3180224"/>
            <a:ext cx="5251424" cy="16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